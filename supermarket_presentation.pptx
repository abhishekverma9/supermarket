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Supermarket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lightweight supermarket app (frontend: React + Vite; backend: Node.js + Express)</a:t>
            </a:r>
          </a:p>
          <a:p>
            <a:r>
              <a:t>Auto-generated presentation</a:t>
            </a:r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828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Executive Summary</a:t>
            </a:r>
          </a:p>
          <a:p>
            <a:pPr>
              <a:defRPr sz="1400"/>
            </a:pPr>
            <a:r>
              <a:t>An end-to-end supermarket application with consumer, employee, and owner interfaces, REST API backend, image handling, email/OTP utilities, and a small Python chatbot. Includes product, order, cart and authentication 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 Stack</a:t>
            </a:r>
          </a:p>
          <a:p/>
          <a:p>
            <a:pPr lvl="1">
              <a:defRPr sz="1400"/>
            </a:pPr>
            <a:r>
              <a:t>• Backend: Node.js, Express (backend)</a:t>
            </a:r>
          </a:p>
          <a:p>
            <a:pPr lvl="1">
              <a:defRPr sz="1400"/>
            </a:pPr>
            <a:r>
              <a:t>• Frontend: React, Vite (dbimsfrontend)</a:t>
            </a:r>
          </a:p>
          <a:p>
            <a:pPr lvl="1">
              <a:defRPr sz="1400"/>
            </a:pPr>
            <a:r>
              <a:t>• Database: configured in backend/config/db.js (likely MySQL/Mongo based on config)</a:t>
            </a:r>
          </a:p>
          <a:p>
            <a:pPr lvl="1">
              <a:defRPr sz="1400"/>
            </a:pPr>
            <a:r>
              <a:t>• Other: ImageKit, email utilities, OTP store, simple session/token utilities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Architecture (high level)</a:t>
            </a:r>
          </a:p>
          <a:p>
            <a:pPr>
              <a:defRPr sz="1400"/>
            </a:pPr>
            <a:r>
              <a:t>• Browser (React) → Frontend (Vite) → API (Express server.js)</a:t>
            </a:r>
          </a:p>
          <a:p>
            <a:pPr>
              <a:defRPr sz="1400"/>
            </a:pPr>
            <a:r>
              <a:t>• Routes → Controllers → Models → DB (configured in backend/config/db.js)</a:t>
            </a:r>
          </a:p>
          <a:p>
            <a:pPr>
              <a:defRPr sz="1400"/>
            </a:pPr>
            <a:r>
              <a:t>• Third-party: ImageKit (image uploads), Email service (emailService.js), Auth tokens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Backend: Routes &amp; Endpoints</a:t>
            </a:r>
          </a:p>
          <a:p>
            <a:pPr>
              <a:defRPr sz="1400"/>
            </a:pPr>
            <a:r>
              <a:t>• backend\routes\adminRoutes.js</a:t>
            </a:r>
          </a:p>
          <a:p>
            <a:pPr>
              <a:defRPr sz="1400"/>
            </a:pPr>
            <a:r>
              <a:t>• backend\routes\authRoutes.js</a:t>
            </a:r>
          </a:p>
          <a:p>
            <a:pPr>
              <a:defRPr sz="1400"/>
            </a:pPr>
            <a:r>
              <a:t>• backend\routes\cartRoutes.js</a:t>
            </a:r>
          </a:p>
          <a:p>
            <a:pPr>
              <a:defRPr sz="1400"/>
            </a:pPr>
            <a:r>
              <a:t>• backend\routes\employeeRoutes.js</a:t>
            </a:r>
          </a:p>
          <a:p>
            <a:pPr>
              <a:defRPr sz="1400"/>
            </a:pPr>
            <a:r>
              <a:t>• backend\routes\orderRoutes.js</a:t>
            </a:r>
          </a:p>
          <a:p>
            <a:pPr>
              <a:defRPr sz="1400"/>
            </a:pPr>
            <a:r>
              <a:t>• backend\routes\productRoutes.js</a:t>
            </a:r>
          </a:p>
          <a:p>
            <a:pPr>
              <a:defRPr sz="1400"/>
            </a:pPr>
            <a:r>
              <a:t>• backend\routes\userRoutes.js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Data Models</a:t>
            </a:r>
          </a:p>
          <a:p>
            <a:pPr>
              <a:defRPr sz="1400"/>
            </a:pPr>
            <a:r>
              <a:t>• backend\models\admin.js</a:t>
            </a:r>
          </a:p>
          <a:p>
            <a:pPr>
              <a:defRPr sz="1400"/>
            </a:pPr>
            <a:r>
              <a:t>• backend\models\employee.js</a:t>
            </a:r>
          </a:p>
          <a:p>
            <a:pPr>
              <a:defRPr sz="1400"/>
            </a:pPr>
            <a:r>
              <a:t>• backend\models\user.js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Frontend: Pages &amp; UX</a:t>
            </a:r>
          </a:p>
          <a:p>
            <a:pPr>
              <a:defRPr sz="1400"/>
            </a:pPr>
            <a:r>
              <a:t>• frontend\src\pages\Features.jsx</a:t>
            </a:r>
          </a:p>
          <a:p>
            <a:pPr>
              <a:defRPr sz="1400"/>
            </a:pPr>
            <a:r>
              <a:t>• frontend\src\pages\Home.jsx</a:t>
            </a:r>
          </a:p>
          <a:p>
            <a:pPr>
              <a:defRPr sz="1400"/>
            </a:pPr>
            <a:r>
              <a:t>• frontend\src\pages\Login.jsx</a:t>
            </a:r>
          </a:p>
          <a:p>
            <a:pPr>
              <a:defRPr sz="1400"/>
            </a:pPr>
            <a:r>
              <a:t>• frontend\src\pages\consumer\Cart.jsx</a:t>
            </a:r>
          </a:p>
          <a:p>
            <a:pPr>
              <a:defRPr sz="1400"/>
            </a:pPr>
            <a:r>
              <a:t>• frontend\src\pages\consumer\Checkout.jsx</a:t>
            </a:r>
          </a:p>
          <a:p>
            <a:pPr>
              <a:defRPr sz="1400"/>
            </a:pPr>
            <a:r>
              <a:t>• frontend\src\pages\consumer\Dashboard.jsx</a:t>
            </a:r>
          </a:p>
          <a:p>
            <a:pPr>
              <a:defRPr sz="1400"/>
            </a:pPr>
            <a:r>
              <a:t>• frontend\src\pages\consumer\FilterSidebar.jsx</a:t>
            </a:r>
          </a:p>
          <a:p>
            <a:pPr>
              <a:defRPr sz="1400"/>
            </a:pPr>
            <a:r>
              <a:t>• frontend\src\pages\consumer\Orders.jsx</a:t>
            </a:r>
          </a:p>
          <a:p>
            <a:pPr>
              <a:defRPr sz="1400"/>
            </a:pPr>
            <a:r>
              <a:t>• frontend\src\pages\consumer\ProductDetails.jsx</a:t>
            </a:r>
          </a:p>
          <a:p>
            <a:pPr>
              <a:defRPr sz="1400"/>
            </a:pPr>
            <a:r>
              <a:t>• frontend\src\pages\employee\EmpDashboard.jsx</a:t>
            </a:r>
          </a:p>
          <a:p>
            <a:pPr>
              <a:defRPr sz="1400"/>
            </a:pPr>
            <a:r>
              <a:t>• frontend\src\pages\employee\Orders.jsx</a:t>
            </a:r>
          </a:p>
          <a:p>
            <a:pPr>
              <a:defRPr sz="1400"/>
            </a:pPr>
            <a:r>
              <a:t>• frontend\src\pages\employee\Products.jsx</a:t>
            </a:r>
          </a:p>
          <a:p>
            <a:pPr>
              <a:defRPr sz="1400"/>
            </a:pPr>
            <a:r>
              <a:t>• frontend\src\pages\employee\Profile.jsx</a:t>
            </a:r>
          </a:p>
          <a:p>
            <a:pPr>
              <a:defRPr sz="1400"/>
            </a:pPr>
            <a:r>
              <a:t>• frontend\src\pages\owner\Employees.jsx</a:t>
            </a:r>
          </a:p>
          <a:p>
            <a:pPr>
              <a:defRPr sz="1400"/>
            </a:pPr>
            <a:r>
              <a:t>• frontend\src\pages\owner\Orders.jsx</a:t>
            </a:r>
          </a:p>
          <a:p>
            <a:pPr>
              <a:defRPr sz="1400"/>
            </a:pPr>
            <a:r>
              <a:t>• frontend\src\pages\owner\OwnerDashboard.jsx</a:t>
            </a:r>
          </a:p>
          <a:p>
            <a:pPr>
              <a:defRPr sz="1400"/>
            </a:pPr>
            <a:r>
              <a:t>• frontend\src\pages\owner\Products.jsx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Chatbot Feature</a:t>
            </a:r>
          </a:p>
          <a:p>
            <a:pPr>
              <a:defRPr sz="1400"/>
            </a:pPr>
            <a:r>
              <a:t>• frontend\src\pages\chatbot\.env</a:t>
            </a:r>
          </a:p>
          <a:p>
            <a:pPr>
              <a:defRPr sz="1400"/>
            </a:pPr>
            <a:r>
              <a:t>• frontend\src\pages\chatbot\backend.py</a:t>
            </a:r>
          </a:p>
          <a:p>
            <a:pPr>
              <a:defRPr sz="1400"/>
            </a:pPr>
            <a:r>
              <a:t>• frontend\src\pages\chatbot\backend1.py</a:t>
            </a:r>
          </a:p>
          <a:p>
            <a:pPr>
              <a:defRPr sz="1400"/>
            </a:pPr>
            <a:r>
              <a:t>• frontend\src\pages\chatbot\data.txt</a:t>
            </a:r>
          </a:p>
          <a:p>
            <a:pPr>
              <a:defRPr sz="1400"/>
            </a:pPr>
            <a:r>
              <a:t>• frontend\src\pages\chatbot\index.html</a:t>
            </a:r>
          </a:p>
          <a:p>
            <a:pPr>
              <a:defRPr sz="1400"/>
            </a:pPr>
            <a:r>
              <a:t>• frontend\src\pages\chatbot\requirements.txt</a:t>
            </a:r>
          </a:p>
          <a:p>
            <a:pPr>
              <a:defRPr sz="1400"/>
            </a:pPr>
            <a:r>
              <a:t>• frontend\src\pages\chatbot\chroma_db\chroma.sqlite3</a:t>
            </a:r>
          </a:p>
          <a:p>
            <a:pPr>
              <a:defRPr sz="1400"/>
            </a:pPr>
            <a:r>
              <a:t>• frontend\src\pages\chatbot\chroma_db\15ad2605-7191-44fa-9299-ee47bb2dca12\data_level0.bin</a:t>
            </a:r>
          </a:p>
          <a:p>
            <a:pPr>
              <a:defRPr sz="1400"/>
            </a:pPr>
            <a:r>
              <a:t>• frontend\src\pages\chatbot\chroma_db\15ad2605-7191-44fa-9299-ee47bb2dca12\header.bin</a:t>
            </a:r>
          </a:p>
          <a:p>
            <a:pPr>
              <a:defRPr sz="1400"/>
            </a:pPr>
            <a:r>
              <a:t>• frontend\src\pages\chatbot\chroma_db\15ad2605-7191-44fa-9299-ee47bb2dca12\length.bin</a:t>
            </a:r>
          </a:p>
          <a:p>
            <a:pPr>
              <a:defRPr sz="1400"/>
            </a:pPr>
            <a:r>
              <a:t>• frontend\src\pages\chatbot\chroma_db\15ad2605-7191-44fa-9299-ee47bb2dca12\link_lists.bin</a:t>
            </a:r>
          </a:p>
          <a:p>
            <a:pPr>
              <a:defRPr sz="1400"/>
            </a:pPr>
            <a:r>
              <a:t>• frontend\src\pages\chatbot\chroma_db_standard\chroma.sqlite3</a:t>
            </a:r>
          </a:p>
          <a:p>
            <a:pPr>
              <a:defRPr sz="1400"/>
            </a:pPr>
            <a:r>
              <a:t>• frontend\src\pages\chatbot\chroma_db_standard\4a403fbf-0690-4f2f-b669-4377c8c63d56\data_level0.bin</a:t>
            </a:r>
          </a:p>
          <a:p>
            <a:pPr>
              <a:defRPr sz="1400"/>
            </a:pPr>
            <a:r>
              <a:t>• frontend\src\pages\chatbot\chroma_db_standard\4a403fbf-0690-4f2f-b669-4377c8c63d56\header.bin</a:t>
            </a:r>
          </a:p>
          <a:p>
            <a:pPr>
              <a:defRPr sz="1400"/>
            </a:pPr>
            <a:r>
              <a:t>• frontend\src\pages\chatbot\chroma_db_standard\4a403fbf-0690-4f2f-b669-4377c8c63d56\length.bin</a:t>
            </a:r>
          </a:p>
          <a:p>
            <a:pPr>
              <a:defRPr sz="1400"/>
            </a:pPr>
            <a:r>
              <a:t>• frontend\src\pages\chatbot\chroma_db_standard\4a403fbf-0690-4f2f-b669-4377c8c63d56\link_lists.bin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Demo / Local Run Instructions</a:t>
            </a:r>
          </a:p>
          <a:p>
            <a:pPr>
              <a:defRPr sz="1400"/>
            </a:pPr>
            <a:r>
              <a:t>Backend: cd backend ; npm install ; npm run dev</a:t>
            </a:r>
          </a:p>
          <a:p>
            <a:pPr>
              <a:defRPr sz="1400"/>
            </a:pPr>
            <a:r>
              <a:t>Frontend: cd frontend ; npm install ; npm run dev</a:t>
            </a:r>
          </a:p>
          <a:p>
            <a:pPr>
              <a:defRPr sz="1400"/>
            </a:pPr>
            <a:r>
              <a:t>Ensure .env files are configured (see backend/.env and frontend/.env.example)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Code Highlight: backend/controllers/orderController.js</a:t>
            </a:r>
          </a:p>
          <a:p>
            <a:pPr>
              <a:defRPr sz="1000">
                <a:latin typeface="Consolas"/>
              </a:defRPr>
            </a:pPr>
            <a:r>
              <a:t>import { db } from "../config/db.js";</a:t>
            </a:r>
            <a:br/>
            <a:br/>
            <a:r>
              <a:t>// --------------------------</a:t>
            </a:r>
            <a:br/>
            <a:r>
              <a:t>// 🧾 Get all orders for a consumer</a:t>
            </a:r>
            <a:br/>
            <a:r>
              <a:t>// --------------------------</a:t>
            </a:r>
            <a:br/>
            <a:r>
              <a:t>const getOrders = async (req, res) =&gt; {</a:t>
            </a:r>
            <a:br/>
            <a:r>
              <a:t>  try {</a:t>
            </a:r>
            <a:br/>
            <a:r>
              <a:t>    const consumerId = req.userId;</a:t>
            </a:r>
            <a:br/>
            <a:br/>
            <a:r>
              <a:t>    // Fetch all orders with delivery address</a:t>
            </a:r>
            <a:br/>
            <a:r>
              <a:t>    const { rows: orders } = await db().query(</a:t>
            </a:r>
            <a:br/>
            <a:r>
              <a:t>      `</a:t>
            </a:r>
            <a:br/>
            <a:r>
              <a:t>      SELECT o.order_id, o.total_amount, o.status, o.order_date,</a:t>
            </a:r>
            <a:br/>
            <a:r>
              <a:t>             da.receiver_name, da.phone, da.house_no, da.street, da.building,</a:t>
            </a:r>
            <a:br/>
            <a:r>
              <a:t>             da.city, da.state, da.pincode, da.delivery_instructions</a:t>
            </a:r>
            <a:br/>
            <a:r>
              <a:t>      FROM Orders o</a:t>
            </a:r>
            <a:br/>
            <a:r>
              <a:t>      JOIN delivery_address da ON o.order_id = da.order_id</a:t>
            </a:r>
            <a:br/>
            <a:r>
              <a:t>      WHERE o.consumer_id = $1</a:t>
            </a:r>
            <a:br/>
            <a:r>
              <a:t>      ORDER BY o.order_date DESC</a:t>
            </a:r>
            <a:br/>
            <a:r>
              <a:t>      `,</a:t>
            </a:r>
            <a:br/>
            <a:r>
              <a:t>      [consumerId]</a:t>
            </a:r>
            <a:br/>
            <a:r>
              <a:t>    );</a:t>
            </a:r>
            <a:br/>
            <a:br/>
            <a:r>
              <a:t>    // Fetch items for each order</a:t>
            </a:r>
            <a:br/>
            <a:r>
              <a:t>    for (const order of orders) {</a:t>
            </a:r>
            <a:br/>
            <a:r>
              <a:t>      const { rows: items } = await db().query(</a:t>
            </a:r>
            <a:br/>
            <a:r>
              <a:t>        `</a:t>
            </a:r>
            <a:br/>
            <a:r>
              <a:t>        SELECT oi.order_item_id, oi.product_id, p.name, oi.quantity, oi.price, p.image</a:t>
            </a:r>
            <a:br/>
            <a:r>
              <a:t>        FROM Order_Items oi</a:t>
            </a:r>
            <a:br/>
            <a:r>
              <a:t>        JOIN Product p ON oi.product_id = p.product_id</a:t>
            </a:r>
            <a:br/>
            <a:r>
              <a:t>        WHERE oi.order_id = $1</a:t>
            </a:r>
            <a:br/>
            <a:r>
              <a:t>        `,</a:t>
            </a:r>
            <a:br/>
            <a:r>
              <a:t>        [order.order_id]</a:t>
            </a:r>
            <a:br/>
            <a:r>
              <a:t>      );</a:t>
            </a:r>
            <a:br/>
            <a:r>
              <a:t>      order.items = items;</a:t>
            </a:r>
            <a:br/>
            <a:r>
              <a:t>    }</a:t>
            </a:r>
            <a:br/>
            <a:br/>
            <a:r>
              <a:t>    res.json({</a:t>
            </a:r>
            <a:br/>
            <a:r>
              <a:t>      success: true,</a:t>
            </a:r>
            <a:br/>
            <a:r>
              <a:t>      orders,</a:t>
            </a:r>
            <a:br/>
            <a:r>
              <a:t>      count: orders.length,</a:t>
            </a:r>
            <a:br/>
            <a:r>
              <a:t>    });</a:t>
            </a:r>
            <a:br/>
            <a:r>
              <a:t>  } catch (error) {</a:t>
            </a:r>
            <a:br/>
            <a:r>
              <a:t>    console.error(error);</a:t>
            </a:r>
            <a:br/>
            <a:r>
              <a:t>    res.json({ success: false, message: error.message });</a:t>
            </a:r>
            <a:br/>
            <a:r>
              <a:t>  }</a:t>
            </a:r>
            <a:br/>
            <a:r>
              <a:t>};</a:t>
            </a:r>
            <a:br/>
            <a:br/>
            <a:r>
              <a:t>// --------------------------</a:t>
            </a:r>
            <a:br/>
            <a:r>
              <a:t>// 📦 Get single order by ID</a:t>
            </a:r>
            <a:br/>
            <a:r>
              <a:t>// --------------------------</a:t>
            </a:r>
            <a:br/>
            <a:r>
              <a:t>const getOrderById = async (req, res) =&gt; {</a:t>
            </a:r>
            <a:br/>
            <a:r>
              <a:t>  try {</a:t>
            </a:r>
            <a:br/>
            <a:r>
              <a:t>    const consumerId = req.userId;</a:t>
            </a:r>
            <a:br/>
            <a:r>
              <a:t>    const { order_id } = req.params;</a:t>
            </a:r>
            <a:br/>
            <a:br/>
            <a:r>
              <a:t>    // Fetch order with address</a:t>
            </a:r>
            <a:br/>
            <a:r>
              <a:t>    const { rows: orders } = await db().query(</a:t>
            </a:r>
            <a:br/>
            <a:r>
              <a:t>      `</a:t>
            </a:r>
            <a:br/>
            <a:r>
              <a:t>      SELECT o.order_id, o.total_amount, o.status, o.order_date,</a:t>
            </a:r>
            <a:br/>
            <a:r>
              <a:t>             da.receiver_name, da.phone, da.house_no, da.street, da.building,</a:t>
            </a:r>
            <a:br/>
            <a:r>
              <a:t>             da.city, da.state, da.pincode, da.delivery_instructions</a:t>
            </a:r>
            <a:br/>
            <a:r>
              <a:t>      FROM Orders o</a:t>
            </a:r>
            <a:br/>
            <a:r>
              <a:t>      JOIN delivery_address da ON o.order_id = da.order_id</a:t>
            </a:r>
            <a:br/>
            <a:r>
              <a:t>      WHERE o.consumer_id = $1 AND o.order_id = $2</a:t>
            </a:r>
            <a:br/>
            <a:r>
              <a:t>      `,</a:t>
            </a:r>
            <a:br/>
            <a:r>
              <a:t>      [consumerId, order_id]</a:t>
            </a:r>
            <a:br/>
            <a:r>
              <a:t>    );</a:t>
            </a:r>
            <a:b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Roadmap / Future Work</a:t>
            </a:r>
          </a:p>
          <a:p>
            <a:pPr>
              <a:defRPr sz="1400"/>
            </a:pPr>
            <a:r>
              <a:t>• Add tests and CI</a:t>
            </a:r>
          </a:p>
          <a:p>
            <a:pPr>
              <a:defRPr sz="1400"/>
            </a:pPr>
            <a:r>
              <a:t>• Add production deployment scripts</a:t>
            </a:r>
          </a:p>
          <a:p>
            <a:pPr>
              <a:defRPr sz="1400"/>
            </a:pPr>
            <a:r>
              <a:t>• Improve auth and input validation</a:t>
            </a:r>
          </a:p>
          <a:p>
            <a:pPr>
              <a:defRPr sz="1400"/>
            </a:pPr>
            <a:r>
              <a:t>• Add E2E tests and mobile UI enhancements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Appendix: Important files (trimmed)</a:t>
            </a:r>
          </a:p>
          <a:p>
            <a:pPr>
              <a:defRPr sz="1000"/>
            </a:pPr>
            <a:r>
              <a:t>backend\.env</a:t>
            </a:r>
          </a:p>
          <a:p>
            <a:pPr>
              <a:defRPr sz="1000"/>
            </a:pPr>
            <a:r>
              <a:t>backend\createAdmin.js</a:t>
            </a:r>
          </a:p>
          <a:p>
            <a:pPr>
              <a:defRPr sz="1000"/>
            </a:pPr>
            <a:r>
              <a:t>backend\EMAIL_SETUP.md</a:t>
            </a:r>
          </a:p>
          <a:p>
            <a:pPr>
              <a:defRPr sz="1000"/>
            </a:pPr>
            <a:r>
              <a:t>backend\package-lock.json</a:t>
            </a:r>
          </a:p>
          <a:p>
            <a:pPr>
              <a:defRPr sz="1000"/>
            </a:pPr>
            <a:r>
              <a:t>backend\package.json</a:t>
            </a:r>
          </a:p>
          <a:p>
            <a:pPr>
              <a:defRPr sz="1000"/>
            </a:pPr>
            <a:r>
              <a:t>backend\server.js</a:t>
            </a:r>
          </a:p>
          <a:p>
            <a:pPr>
              <a:defRPr sz="1000"/>
            </a:pPr>
            <a:r>
              <a:t>backend\.git\COMMIT_EDITMSG</a:t>
            </a:r>
          </a:p>
          <a:p>
            <a:pPr>
              <a:defRPr sz="1000"/>
            </a:pPr>
            <a:r>
              <a:t>backend\.git\config</a:t>
            </a:r>
          </a:p>
          <a:p>
            <a:pPr>
              <a:defRPr sz="1000"/>
            </a:pPr>
            <a:r>
              <a:t>backend\.git\description</a:t>
            </a:r>
          </a:p>
          <a:p>
            <a:pPr>
              <a:defRPr sz="1000"/>
            </a:pPr>
            <a:r>
              <a:t>backend\.git\HEAD</a:t>
            </a:r>
          </a:p>
          <a:p>
            <a:pPr>
              <a:defRPr sz="1000"/>
            </a:pPr>
            <a:r>
              <a:t>backend\.git\index</a:t>
            </a:r>
          </a:p>
          <a:p>
            <a:pPr>
              <a:defRPr sz="1000"/>
            </a:pPr>
            <a:r>
              <a:t>backend\.git\hooks\applypatch-msg.sample</a:t>
            </a:r>
          </a:p>
          <a:p>
            <a:pPr>
              <a:defRPr sz="1000"/>
            </a:pPr>
            <a:r>
              <a:t>backend\.git\hooks\commit-msg.sample</a:t>
            </a:r>
          </a:p>
          <a:p>
            <a:pPr>
              <a:defRPr sz="1000"/>
            </a:pPr>
            <a:r>
              <a:t>backend\.git\hooks\fsmonitor-watchman.sample</a:t>
            </a:r>
          </a:p>
          <a:p>
            <a:pPr>
              <a:defRPr sz="1000"/>
            </a:pPr>
            <a:r>
              <a:t>backend\.git\hooks\post-update.sample</a:t>
            </a:r>
          </a:p>
          <a:p>
            <a:pPr>
              <a:defRPr sz="1000"/>
            </a:pPr>
            <a:r>
              <a:t>backend\.git\hooks\pre-applypatch.sample</a:t>
            </a:r>
          </a:p>
          <a:p>
            <a:pPr>
              <a:defRPr sz="1000"/>
            </a:pPr>
            <a:r>
              <a:t>backend\.git\hooks\pre-commit.sample</a:t>
            </a:r>
          </a:p>
          <a:p>
            <a:pPr>
              <a:defRPr sz="1000"/>
            </a:pPr>
            <a:r>
              <a:t>backend\.git\hooks\pre-merge-commit.sample</a:t>
            </a:r>
          </a:p>
          <a:p>
            <a:pPr>
              <a:defRPr sz="1000"/>
            </a:pPr>
            <a:r>
              <a:t>backend\.git\hooks\pre-push.sample</a:t>
            </a:r>
          </a:p>
          <a:p>
            <a:pPr>
              <a:defRPr sz="1000"/>
            </a:pPr>
            <a:r>
              <a:t>backend\.git\hooks\pre-rebase.sample</a:t>
            </a:r>
          </a:p>
          <a:p>
            <a:pPr>
              <a:defRPr sz="1000"/>
            </a:pPr>
            <a:r>
              <a:t>backend\.git\hooks\pre-receive.sample</a:t>
            </a:r>
          </a:p>
          <a:p>
            <a:pPr>
              <a:defRPr sz="1000"/>
            </a:pPr>
            <a:r>
              <a:t>backend\.git\hooks\prepare-commit-msg.sample</a:t>
            </a:r>
          </a:p>
          <a:p>
            <a:pPr>
              <a:defRPr sz="1000"/>
            </a:pPr>
            <a:r>
              <a:t>backend\.git\hooks\push-to-checkout.sample</a:t>
            </a:r>
          </a:p>
          <a:p>
            <a:pPr>
              <a:defRPr sz="1000"/>
            </a:pPr>
            <a:r>
              <a:t>backend\.git\hooks\sendemail-validate.sample</a:t>
            </a:r>
          </a:p>
          <a:p>
            <a:pPr>
              <a:defRPr sz="1000"/>
            </a:pPr>
            <a:r>
              <a:t>backend\.git\hooks\update.sample</a:t>
            </a:r>
          </a:p>
          <a:p>
            <a:pPr>
              <a:defRPr sz="1000"/>
            </a:pPr>
            <a:r>
              <a:t>backend\.git\info\exclude</a:t>
            </a:r>
          </a:p>
          <a:p>
            <a:pPr>
              <a:defRPr sz="1000"/>
            </a:pPr>
            <a:r>
              <a:t>backend\.git\logs\HEAD</a:t>
            </a:r>
          </a:p>
          <a:p>
            <a:pPr>
              <a:defRPr sz="1000"/>
            </a:pPr>
            <a:r>
              <a:t>backend\.git\logs\refs\heads\back</a:t>
            </a:r>
          </a:p>
          <a:p>
            <a:pPr>
              <a:defRPr sz="1000"/>
            </a:pPr>
            <a:r>
              <a:t>backend\.git\logs\refs\heads\backend</a:t>
            </a:r>
          </a:p>
          <a:p>
            <a:pPr>
              <a:defRPr sz="1000"/>
            </a:pPr>
            <a:r>
              <a:t>backend\.git\logs\refs\heads\master</a:t>
            </a:r>
          </a:p>
          <a:p>
            <a:pPr>
              <a:defRPr sz="1000"/>
            </a:pPr>
            <a:r>
              <a:t>backend\.git\logs\refs\heads\ok</a:t>
            </a:r>
          </a:p>
          <a:p>
            <a:pPr>
              <a:defRPr sz="1000"/>
            </a:pPr>
            <a:r>
              <a:t>backend\.git\objects\00\11e9d65fcaefeaccd7c79a0357e8f2214695ed</a:t>
            </a:r>
          </a:p>
          <a:p>
            <a:pPr>
              <a:defRPr sz="1000"/>
            </a:pPr>
            <a:r>
              <a:t>backend\.git\objects\00\1c22d0fdf62b007d00e37f12a990c02655d21f</a:t>
            </a:r>
          </a:p>
          <a:p>
            <a:pPr>
              <a:defRPr sz="1000"/>
            </a:pPr>
            <a:r>
              <a:t>backend\.git\objects\00\8f1ce4da3bc34213fa6033ca53a592c44fe78e</a:t>
            </a:r>
          </a:p>
          <a:p>
            <a:pPr>
              <a:defRPr sz="1000"/>
            </a:pPr>
            <a:r>
              <a:t>backend\.git\objects\00\99f4f6c77f40ac409076408ad07449ffe246d3</a:t>
            </a:r>
          </a:p>
          <a:p>
            <a:pPr>
              <a:defRPr sz="1000"/>
            </a:pPr>
            <a:r>
              <a:t>backend\.git\objects\00\a68a4f51e4071d9d9b50144e541d44edfc989c</a:t>
            </a:r>
          </a:p>
          <a:p>
            <a:pPr>
              <a:defRPr sz="1000"/>
            </a:pPr>
            <a:r>
              <a:t>backend\.git\objects\00\b596fec8d8c420c1d5ddc4e0c7d0aecd25dc3b</a:t>
            </a:r>
          </a:p>
          <a:p>
            <a:pPr>
              <a:defRPr sz="1000"/>
            </a:pPr>
            <a:r>
              <a:t>backend\.git\objects\00\bdc038cb7c13f8462b70ee72f8bcf71a08d21e</a:t>
            </a:r>
          </a:p>
          <a:p>
            <a:pPr>
              <a:defRPr sz="1000"/>
            </a:pPr>
            <a:r>
              <a:t>backend\.git\objects\00\d44d5e1a271159dbe74bf60b4dd20e96bd36d6</a:t>
            </a:r>
          </a:p>
          <a:p>
            <a:pPr>
              <a:defRPr sz="1000"/>
            </a:pPr>
            <a:r>
              <a:t>backend\.git\objects\00\e36d00ed630aa180cff923510d2eda6080c2b3</a:t>
            </a:r>
          </a:p>
          <a:p>
            <a:pPr>
              <a:defRPr sz="1000"/>
            </a:pPr>
            <a:r>
              <a:t>backend\.git\objects\00\ee505947418c3aec9dc19a43ca772d12cfe57e</a:t>
            </a:r>
          </a:p>
          <a:p>
            <a:pPr>
              <a:defRPr sz="1000"/>
            </a:pPr>
            <a:r>
              <a:t>backend\.git\objects\01\03418250126cb39e5464108174582af10e74e7</a:t>
            </a:r>
          </a:p>
          <a:p>
            <a:pPr>
              <a:defRPr sz="1000"/>
            </a:pPr>
            <a:r>
              <a:t>backend\.git\objects\01\13f3e6001007ea9fc4ad10cc7a82d5d01ad11c</a:t>
            </a:r>
          </a:p>
          <a:p>
            <a:pPr>
              <a:defRPr sz="1000"/>
            </a:pPr>
            <a:r>
              <a:t>backend\.git\objects\01\485300b837d1c91311dbfa02ba0428fddfc5f7</a:t>
            </a:r>
          </a:p>
          <a:p>
            <a:pPr>
              <a:defRPr sz="1000"/>
            </a:pPr>
            <a:r>
              <a:t>backend\.git\objects\01\57a0b095650e5a83895e7504dfb5664231cb87</a:t>
            </a:r>
          </a:p>
          <a:p>
            <a:pPr>
              <a:defRPr sz="1000"/>
            </a:pPr>
            <a:r>
              <a:t>backend\.git\objects\01\7e4c1b45d6c5f87678f649f36fcd1328aa9067</a:t>
            </a:r>
          </a:p>
          <a:p>
            <a:pPr>
              <a:defRPr sz="1000"/>
            </a:pPr>
            <a:r>
              <a:t>backend\.git\objects\01\800dee6b07894536485e9a23ca6cda472984a2</a:t>
            </a:r>
          </a:p>
          <a:p>
            <a:pPr>
              <a:defRPr sz="1000"/>
            </a:pPr>
            <a:r>
              <a:t>backend\.git\objects\01\afba9e014804f1a35339978669a2e41594ca2e</a:t>
            </a:r>
          </a:p>
          <a:p>
            <a:pPr>
              <a:defRPr sz="1000"/>
            </a:pPr>
            <a:r>
              <a:t>backend\.git\objects\01\c5ffa632971171f69bd06cf866d4a3be0db124</a:t>
            </a:r>
          </a:p>
          <a:p>
            <a:pPr>
              <a:defRPr sz="1000"/>
            </a:pPr>
            <a:r>
              <a:t>backend\.git\objects\01\d6e8b9157ab09a3b2677707ab15130c815110c</a:t>
            </a:r>
          </a:p>
          <a:p>
            <a:pPr>
              <a:defRPr sz="1000"/>
            </a:pPr>
            <a:r>
              <a:t>backend\.git\objects\01\eba7b9847805058e0b4c1a3a094110832e2929</a:t>
            </a:r>
          </a:p>
          <a:p>
            <a:pPr>
              <a:defRPr sz="1000"/>
            </a:pPr>
            <a:r>
              <a:t>backend\.git\objects\01\f4eb7ac6857fb28b3d5d4ed6af19a25d6c2c79</a:t>
            </a:r>
          </a:p>
          <a:p>
            <a:pPr>
              <a:defRPr sz="1000"/>
            </a:pPr>
            <a:r>
              <a:t>backend\.git\objects\01\fe5ae383715768e93e2b2c5f3c006a6212fb83</a:t>
            </a:r>
          </a:p>
          <a:p>
            <a:pPr>
              <a:defRPr sz="1000"/>
            </a:pPr>
            <a:r>
              <a:t>backend\.git\objects\02\23618aab2ecbeac6f4079a4183c3a77d2575e9</a:t>
            </a:r>
          </a:p>
          <a:p>
            <a:pPr>
              <a:defRPr sz="1000"/>
            </a:pPr>
            <a:r>
              <a:t>backend\.git\objects\02\3077ac4e825cdbdaff6893ef3caff9a474f600</a:t>
            </a:r>
          </a:p>
          <a:p>
            <a:pPr>
              <a:defRPr sz="1000"/>
            </a:pPr>
            <a:r>
              <a:t>backend\.git\objects\02\60655beacd1cc68fae935c2a5a7ae8efbca981</a:t>
            </a:r>
          </a:p>
          <a:p>
            <a:pPr>
              <a:defRPr sz="1000"/>
            </a:pPr>
            <a:r>
              <a:t>backend\.git\objects\02\8b3ff1ce7490110b79ec5bf688abd66a8d86dc</a:t>
            </a:r>
          </a:p>
          <a:p>
            <a:pPr>
              <a:defRPr sz="1000"/>
            </a:pPr>
            <a:r>
              <a:t>backend\.git\objects\02\8f72a93c5153af4163764face616d0ccb7a7b8</a:t>
            </a:r>
          </a:p>
          <a:p>
            <a:pPr>
              <a:defRPr sz="1000"/>
            </a:pPr>
            <a:r>
              <a:t>backend\.git\objects\02\9ff5cdaa0f334a646adca0f4bc86e9b70296a1</a:t>
            </a:r>
          </a:p>
          <a:p>
            <a:pPr>
              <a:defRPr sz="1000"/>
            </a:pPr>
            <a:r>
              <a:t>backend\.git\objects\02\a4021cab1d7f94b0aed729882589199618efec</a:t>
            </a:r>
          </a:p>
          <a:p>
            <a:pPr>
              <a:defRPr sz="1000"/>
            </a:pPr>
            <a:r>
              <a:t>backend\.git\objects\02\cd61cd928a08d24cf0b5bd5835867d62825e7b</a:t>
            </a:r>
          </a:p>
          <a:p>
            <a:pPr>
              <a:defRPr sz="1000"/>
            </a:pPr>
            <a:r>
              <a:t>backend\.git\objects\02\ed763b94bb2e9f1bcb6f94e401008478f24d1b</a:t>
            </a:r>
          </a:p>
          <a:p>
            <a:pPr>
              <a:defRPr sz="1000"/>
            </a:pPr>
            <a:r>
              <a:t>backend\.git\objects\02\f4b95350da6d91b0af3c59afe9e52e376026ce</a:t>
            </a:r>
          </a:p>
          <a:p>
            <a:pPr>
              <a:defRPr sz="1000"/>
            </a:pPr>
            <a:r>
              <a:t>backend\.git\objects\03\14929078de8a733a0af9c8ba5bc00aca094cc9</a:t>
            </a:r>
          </a:p>
          <a:p>
            <a:pPr>
              <a:defRPr sz="1000"/>
            </a:pPr>
            <a:r>
              <a:t>backend\.git\objects\03\18d52404261711841f40ce05e9df5998e0039f</a:t>
            </a:r>
          </a:p>
          <a:p>
            <a:pPr>
              <a:defRPr sz="1000"/>
            </a:pPr>
            <a:r>
              <a:t>backend\.git\objects\03\1fab4e6d5915caa188c714a115985a22acd9c1</a:t>
            </a:r>
          </a:p>
          <a:p>
            <a:pPr>
              <a:defRPr sz="1000"/>
            </a:pPr>
            <a:r>
              <a:t>backend\.git\objects\03\3db91ca9de2593c8c2e60dd266717d3fe6abe2</a:t>
            </a:r>
          </a:p>
          <a:p>
            <a:pPr>
              <a:defRPr sz="1000"/>
            </a:pPr>
            <a:r>
              <a:t>backend\.git\objects\03\558e860b767dccf3d1b68d04791bc6343c4890</a:t>
            </a:r>
          </a:p>
          <a:p>
            <a:pPr>
              <a:defRPr sz="1000"/>
            </a:pPr>
            <a:r>
              <a:t>backend\.git\objects\03\55f4f5fbecd763def967aca1130cd2dfbb3479</a:t>
            </a:r>
          </a:p>
          <a:p>
            <a:pPr>
              <a:defRPr sz="1000"/>
            </a:pPr>
            <a:r>
              <a:t>backend\.git\objects\03\7cbb4e6952c1b92a9f76af95c7ce1da0ac7479</a:t>
            </a:r>
          </a:p>
          <a:p>
            <a:pPr>
              <a:defRPr sz="1000"/>
            </a:pPr>
            <a:r>
              <a:t>backend\.git\objects\03\8a6a5b172e6252abe2949d44867e0ae27f2314</a:t>
            </a:r>
          </a:p>
          <a:p>
            <a:pPr>
              <a:defRPr sz="1000"/>
            </a:pPr>
            <a:r>
              <a:t>backend\.git\objects\03\bdd63cedadafd8dd4ef2c2d186f89826cf80b0</a:t>
            </a:r>
          </a:p>
          <a:p>
            <a:pPr>
              <a:defRPr sz="1000"/>
            </a:pPr>
            <a:r>
              <a:t>backend\.git\objects\03\d9549ea8e4ada36fb3ecbc30fef08175b7d728</a:t>
            </a:r>
          </a:p>
          <a:p>
            <a:pPr>
              <a:defRPr sz="1000"/>
            </a:pPr>
            <a:r>
              <a:t>backend\.git\objects\04\03c2a3684eb00202e32f05f8dd16fbf81b7d3d</a:t>
            </a:r>
          </a:p>
          <a:p>
            <a:pPr>
              <a:defRPr sz="1000"/>
            </a:pPr>
            <a:r>
              <a:t>backend\.git\objects\04\16af5c326983f8817331b7a08f1cbbe22490e5</a:t>
            </a:r>
          </a:p>
          <a:p>
            <a:pPr>
              <a:defRPr sz="1000"/>
            </a:pPr>
            <a:r>
              <a:t>backend\.git\objects\04\22ce76badc61d7ec8ff9b67455cfb1f3381154</a:t>
            </a:r>
          </a:p>
          <a:p>
            <a:pPr>
              <a:defRPr sz="1000"/>
            </a:pPr>
            <a:r>
              <a:t>backend\.git\objects\04\3d1ca28403a9460a22fcd403b559b90244458f</a:t>
            </a:r>
          </a:p>
          <a:p>
            <a:pPr>
              <a:defRPr sz="1000"/>
            </a:pPr>
            <a:r>
              <a:t>backend\.git\objects\04\859f391f91caf1491b804bf8192fade6883c44</a:t>
            </a:r>
          </a:p>
          <a:p>
            <a:pPr>
              <a:defRPr sz="1000"/>
            </a:pPr>
            <a:r>
              <a:t>backend\.git\objects\04\86a4956b7ba39ab24762c670e3166bffc3d537</a:t>
            </a:r>
          </a:p>
          <a:p>
            <a:pPr>
              <a:defRPr sz="1000"/>
            </a:pPr>
            <a:r>
              <a:t>backend\.git\objects\04\a40367751ee4c064ac88045e79b17ba4aab0a6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